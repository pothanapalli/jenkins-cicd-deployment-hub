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6"/>
  </p:notesMasterIdLst>
  <p:handoutMasterIdLst>
    <p:handoutMasterId r:id="rId27"/>
  </p:handoutMasterIdLst>
  <p:sldIdLst>
    <p:sldId id="265" r:id="rId2"/>
    <p:sldId id="266" r:id="rId3"/>
    <p:sldId id="267" r:id="rId4"/>
    <p:sldId id="286" r:id="rId5"/>
    <p:sldId id="268" r:id="rId6"/>
    <p:sldId id="269" r:id="rId7"/>
    <p:sldId id="270" r:id="rId8"/>
    <p:sldId id="271" r:id="rId9"/>
    <p:sldId id="272" r:id="rId10"/>
    <p:sldId id="287" r:id="rId11"/>
    <p:sldId id="278" r:id="rId12"/>
    <p:sldId id="273" r:id="rId13"/>
    <p:sldId id="274" r:id="rId14"/>
    <p:sldId id="275" r:id="rId15"/>
    <p:sldId id="288" r:id="rId16"/>
    <p:sldId id="276" r:id="rId17"/>
    <p:sldId id="279" r:id="rId18"/>
    <p:sldId id="277" r:id="rId19"/>
    <p:sldId id="281" r:id="rId20"/>
    <p:sldId id="283" r:id="rId21"/>
    <p:sldId id="284" r:id="rId22"/>
    <p:sldId id="290" r:id="rId23"/>
    <p:sldId id="291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49" autoAdjust="0"/>
  </p:normalViewPr>
  <p:slideViewPr>
    <p:cSldViewPr snapToGrid="0" showGuides="1">
      <p:cViewPr varScale="1">
        <p:scale>
          <a:sx n="80" d="100"/>
          <a:sy n="80" d="100"/>
        </p:scale>
        <p:origin x="1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58A34-83F4-4B2E-BC5A-DE51EE8822F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E1917-0BAF-4687-978A-82FFF05559C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4285" y="1343773"/>
            <a:ext cx="9144000" cy="1455088"/>
          </a:xfrm>
        </p:spPr>
        <p:txBody>
          <a:bodyPr>
            <a:noAutofit/>
          </a:bodyPr>
          <a:lstStyle/>
          <a:p>
            <a:r>
              <a:rPr lang="en-US" sz="5400" dirty="0"/>
              <a:t>Project:  Jenkins CI/CD  Deployment 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94999" y="4631682"/>
            <a:ext cx="5231958" cy="2130852"/>
          </a:xfrm>
        </p:spPr>
        <p:txBody>
          <a:bodyPr/>
          <a:lstStyle/>
          <a:p>
            <a:r>
              <a:rPr lang="en-US" sz="2800" dirty="0"/>
              <a:t>Presented By : Pothanapalli sakshi</a:t>
            </a:r>
          </a:p>
          <a:p>
            <a:r>
              <a:rPr lang="en-US" sz="2800" dirty="0"/>
              <a:t>Registration no: 12219299</a:t>
            </a:r>
          </a:p>
          <a:p>
            <a:r>
              <a:rPr lang="en-US" sz="2800" dirty="0"/>
              <a:t>Section: K0o22</a:t>
            </a:r>
          </a:p>
          <a:p>
            <a:r>
              <a:rPr lang="en-US" sz="2800" dirty="0"/>
              <a:t>Roll no: 33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784737" y="681037"/>
            <a:ext cx="90297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Jenkins CI/cd Deployment Hub Consists of Three Parts: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62100" y="2472855"/>
            <a:ext cx="9791700" cy="3704107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  1. Creation of Personal Access Token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  2.The integration of Jenkins and GitHub</a:t>
            </a:r>
          </a:p>
          <a:p>
            <a:pPr marL="0" lvl="0" indent="0">
              <a:buNone/>
            </a:pPr>
            <a:r>
              <a:rPr lang="en-US" dirty="0"/>
              <a:t>   </a:t>
            </a:r>
          </a:p>
          <a:p>
            <a:pPr marL="0" lvl="0" indent="0">
              <a:buNone/>
            </a:pPr>
            <a:r>
              <a:rPr lang="en-US" dirty="0"/>
              <a:t>  3. CI/CD Pipeline</a:t>
            </a:r>
          </a:p>
        </p:txBody>
      </p:sp>
    </p:spTree>
    <p:extLst>
      <p:ext uri="{BB962C8B-B14F-4D97-AF65-F5344CB8AC3E}">
        <p14:creationId xmlns:p14="http://schemas.microsoft.com/office/powerpoint/2010/main" val="236493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 and Content Layout with Char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1.Personal Access Token: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5AC53-1266-5AB2-3111-69B448F85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300" y="1993186"/>
            <a:ext cx="9791700" cy="4111857"/>
          </a:xfrm>
        </p:spPr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b="1" i="0" dirty="0">
                <a:effectLst/>
                <a:latin typeface="DeepSeek-CJK-patch"/>
              </a:rPr>
              <a:t>What is a PAT?</a:t>
            </a:r>
            <a:endParaRPr lang="en-US" b="0" i="0" dirty="0"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A secure key that acts like a password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Allows Jenkins to interact with your GitHub repositories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eepSeek-CJK-patch"/>
              </a:rPr>
              <a:t>More secure than using your actual GitHub password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87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0632-E270-4C3C-0E92-A2D00E92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150" y="2203864"/>
            <a:ext cx="9029700" cy="1325563"/>
          </a:xfrm>
        </p:spPr>
        <p:txBody>
          <a:bodyPr/>
          <a:lstStyle/>
          <a:p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Creation of Personal Access Token</a:t>
            </a:r>
          </a:p>
        </p:txBody>
      </p:sp>
    </p:spTree>
    <p:extLst>
      <p:ext uri="{BB962C8B-B14F-4D97-AF65-F5344CB8AC3E}">
        <p14:creationId xmlns:p14="http://schemas.microsoft.com/office/powerpoint/2010/main" val="239444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E53E54-77B3-ABB0-E7B2-60AA15BC9C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7539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449" y="373710"/>
            <a:ext cx="9692951" cy="605094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9960F5-A3E8-2ECE-A632-8F0D93271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9"/>
            <a:ext cx="12192000" cy="67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7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A3690FF7-6A00-9E87-CCB8-8D5FCF22E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03"/>
            <a:ext cx="12192000" cy="68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5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AE412B-5392-9CAF-043E-70D651C59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9"/>
            <a:ext cx="12192000" cy="67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4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421F97BD-53DA-BC36-CD2E-B12C8E42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3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392C-067A-6673-E28F-3D9A201F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396" y="2303256"/>
            <a:ext cx="9029700" cy="1325563"/>
          </a:xfrm>
        </p:spPr>
        <p:txBody>
          <a:bodyPr/>
          <a:lstStyle/>
          <a:p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Jenkins and GitHub Integration</a:t>
            </a:r>
          </a:p>
        </p:txBody>
      </p:sp>
    </p:spTree>
    <p:extLst>
      <p:ext uri="{BB962C8B-B14F-4D97-AF65-F5344CB8AC3E}">
        <p14:creationId xmlns:p14="http://schemas.microsoft.com/office/powerpoint/2010/main" val="127806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648ED1D3-482C-A226-CD35-22B540FD3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8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000B9024-EE99-7E4F-E115-0C479E575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53"/>
            <a:ext cx="12192000" cy="681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7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14BE4756-D645-94CC-9381-E506CC554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64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1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1BD007CF-3523-6673-344C-6B922B7B2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6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7711-1D72-3C3A-69DF-409680E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610" y="2471185"/>
            <a:ext cx="9029700" cy="1325563"/>
          </a:xfrm>
        </p:spPr>
        <p:txBody>
          <a:bodyPr/>
          <a:lstStyle/>
          <a:p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CI/CD Pipeline</a:t>
            </a:r>
          </a:p>
        </p:txBody>
      </p:sp>
    </p:spTree>
    <p:extLst>
      <p:ext uri="{BB962C8B-B14F-4D97-AF65-F5344CB8AC3E}">
        <p14:creationId xmlns:p14="http://schemas.microsoft.com/office/powerpoint/2010/main" val="303544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7F3399-C57A-1C84-A912-FE08F16FC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6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0EFD39B0-DB77-D8E7-8A74-CCE43859B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3"/>
            <a:ext cx="12192000" cy="681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5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63CA3181-2A0E-F664-3A49-668BA109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626"/>
            <a:ext cx="12334461" cy="681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3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376DDD-0C7C-9EBA-3FB5-36967D17F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9"/>
            <a:ext cx="12192000" cy="67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0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CE6624BE-3D6F-B4DB-043E-CC1F83099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0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87396592-F289-6A44-1AC6-C6DC40C6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3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ABF8-FCD7-DABA-7BE8-A722B2164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80" y="2769842"/>
            <a:ext cx="10386390" cy="3124063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effectLst/>
                <a:latin typeface="DeepSeek-CJK-patch"/>
              </a:rPr>
              <a:t>"To automate your software workflow with Jenkins, first create a Personal Access Token (PAT) in GitHub to securely connect Jenkins. Next, integrate Jenkins with GitHub by adding the PAT in Jenkins' settings. Finally, create a CI/CD pipeline that defines steps to checkout, build, test, and deploy your code—making the entire process fast, reliable, and hands-free. This setup saves time, reduces errors, and lets you focus on writing great code!"</a:t>
            </a: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B3C481-64D6-BC6F-42AC-6DF329F0E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083" y="1090682"/>
            <a:ext cx="90297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Final Summary: Jenkins CI/CD Deployment Hub</a:t>
            </a:r>
          </a:p>
        </p:txBody>
      </p:sp>
    </p:spTree>
    <p:extLst>
      <p:ext uri="{BB962C8B-B14F-4D97-AF65-F5344CB8AC3E}">
        <p14:creationId xmlns:p14="http://schemas.microsoft.com/office/powerpoint/2010/main" val="111199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B548-17F1-E89C-1217-1DF19B88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Used: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5F1BD-C610-87BD-8230-09BDB1A7E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4100" y="1690689"/>
            <a:ext cx="4754880" cy="2543382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IN" dirty="0" err="1"/>
              <a:t>GitHuB</a:t>
            </a:r>
            <a:endParaRPr lang="en-IN" dirty="0"/>
          </a:p>
          <a:p>
            <a:pPr marL="514350" indent="-514350">
              <a:buAutoNum type="arabicPeriod"/>
            </a:pPr>
            <a:r>
              <a:rPr lang="en-IN" dirty="0"/>
              <a:t>Jenkins</a:t>
            </a:r>
          </a:p>
          <a:p>
            <a:pPr marL="514350" indent="-514350">
              <a:buAutoNum type="arabicPeriod"/>
            </a:pPr>
            <a:r>
              <a:rPr lang="en-IN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293291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8CD3-CD0E-49B0-EEA6-1136BF95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866" y="2412586"/>
            <a:ext cx="9029700" cy="1325563"/>
          </a:xfrm>
        </p:spPr>
        <p:txBody>
          <a:bodyPr>
            <a:noAutofit/>
          </a:bodyPr>
          <a:lstStyle/>
          <a:p>
            <a:r>
              <a:rPr lang="en-IN" sz="10500" dirty="0"/>
              <a:t> END</a:t>
            </a:r>
          </a:p>
        </p:txBody>
      </p:sp>
    </p:spTree>
    <p:extLst>
      <p:ext uri="{BB962C8B-B14F-4D97-AF65-F5344CB8AC3E}">
        <p14:creationId xmlns:p14="http://schemas.microsoft.com/office/powerpoint/2010/main" val="260096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slides.potx" id="{A839CB2D-CAF8-4C90-9E08-F1ACA2C5BDD5}" vid="{4C3DFA96-B4CF-43D6-AFA3-6C4764C0CD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86</TotalTime>
  <Words>219</Words>
  <Application>Microsoft Office PowerPoint</Application>
  <PresentationFormat>Widescreen</PresentationFormat>
  <Paragraphs>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</vt:lpstr>
      <vt:lpstr>DeepSeek-CJK-patch</vt:lpstr>
      <vt:lpstr>Wingdings</vt:lpstr>
      <vt:lpstr>Cloud skipper design template</vt:lpstr>
      <vt:lpstr>Project:  Jenkins CI/CD  Deployment Hub</vt:lpstr>
      <vt:lpstr>Jenkins CI/cd Deployment Hub Consists of Three Parts:</vt:lpstr>
      <vt:lpstr>1.Personal Access Token:</vt:lpstr>
      <vt:lpstr> Creation of Personal Access Token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 Jenkins and GitHub Integration</vt:lpstr>
      <vt:lpstr>PowerPoint Presentation</vt:lpstr>
      <vt:lpstr>PowerPoint Presentation</vt:lpstr>
      <vt:lpstr>PowerPoint Presentation</vt:lpstr>
      <vt:lpstr>PowerPoint Presentation</vt:lpstr>
      <vt:lpstr> CI/CD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Summary: Jenkins CI/CD Deployment Hub</vt:lpstr>
      <vt:lpstr>Tools Used:</vt:lpstr>
      <vt:lpstr>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Pothanapalli Sakshi</dc:creator>
  <cp:lastModifiedBy>Pothanapalli Sakshi</cp:lastModifiedBy>
  <cp:revision>3</cp:revision>
  <dcterms:created xsi:type="dcterms:W3CDTF">2025-04-28T21:49:06Z</dcterms:created>
  <dcterms:modified xsi:type="dcterms:W3CDTF">2025-04-30T22:35:21Z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